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1" r:id="rId6"/>
    <p:sldId id="260" r:id="rId7"/>
    <p:sldId id="262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2E6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21F42-6CB0-D382-8AA3-BFA7DD66D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799938-562E-9E5E-F464-3782DA7B2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818BD-E7BD-B7E6-FD40-4F3E3D9F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C66806-D9DD-84C6-3A0D-0E4B4AA7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15A91-1A5E-B7E9-D375-943A6F27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24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A5E29-50EB-AE15-C1BD-8D07BA9E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D7CCB-68E4-0514-2067-570001165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91BFF6-97A1-4506-A6C9-4774FF45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9E9044-9435-9EB8-0A1F-F81E7F06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388374-E630-C91F-2F86-09906E94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94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8B602-92BA-D6AA-82F4-7F96A05D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819535-95A9-CE2B-7C52-5630AD11E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4EBC9D-E868-438D-5438-BA311167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B2E57E-92D0-1E74-A13B-59525D02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70452-A6DC-E0DC-7745-748ECA9E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45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C91BC-E2EC-EF49-3F4F-8F95039B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929C2B-A517-0DD3-59FA-85F553196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09E5E0-F343-50CB-5BF6-DD63632A5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5CE88D-7C70-B132-E502-41C8D9C7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0E64D8-87F3-E4D2-B312-D2310D59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05BADD-6410-6F5F-F8F4-9EDA5118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31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AC205-8DC4-BCF6-46B4-4C9B08C4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472070-5BDB-CAF5-C291-3331D936D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5B6837-139F-0A00-9433-B45387F4B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548044-276F-C0C7-1474-0A411D0F7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22E4F2-AE8C-01A7-696D-9338C2A87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913F90-0464-5346-5965-FD8B60BA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08C376-1305-E982-6852-EE810E00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887171-5DCD-75B0-65C1-E06C0FC1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46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7D43D-4A9F-28DD-EBCF-11BA1214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8BEBFC-C058-D474-61EB-77AA23B7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669AC2-F09C-E068-3DE5-C83D8410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AD9444-DF43-F900-BB3F-5D62E1BB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58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B7BCEA-36E1-03BC-30FC-D608C348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BBC3F1-F055-C4F9-D5DB-F33D895A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DC36DE-619D-1B30-0A1F-474B443F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85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35DF0-4FC7-2510-A7AB-77F8A580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B00ADA-2D5A-DB19-33AE-58265450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230A93-1794-6372-77CF-F8694A754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E6AA6C-4860-AFCD-042A-043B2A6A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A0158D-EC24-FD62-282F-692BD51F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64C8AA-13A0-E86D-FE60-119FF84A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96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BD32A-C8BA-4613-015D-F95512F45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AAC8AB-C5D4-972C-3C41-A035E896E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E2FB3-CEF0-AE7F-285E-2B4FAE6FB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B1DA11-F9DF-3348-0B5D-6257AE6F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DB690E-8D42-8779-410A-E7E7F6D3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2E351A-6032-82BE-F9C2-37B544B4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50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A3DFF-913D-9ECE-3BA8-C0C07409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91BA5B-47DB-F589-C3C3-B380388D3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A01F61-8651-D4A3-40AE-40B137FA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0087D0-E848-426A-124D-DFD0CEFE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934AAB-8770-3908-6733-9E5983C4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45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5E5241-A983-6AF6-5A0A-C4EEC4DC6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2F242A-052A-967F-9234-1E124A0DB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099023-7652-0C9C-80D0-FFDEA2B8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93B4E1-8914-D77E-88D0-CBBA07B1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CC8F0-02DA-1217-64AA-A65C0F73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6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0AED8-55ED-DEB4-BA0B-C3A09D89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6F6EBA-DD68-DE3F-C4DA-E5FD2783D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0EFDCB-B522-6F18-EF9E-EA163C9A8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5E612-B0CB-455B-91F1-61441324C228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5E2CA0-B335-972E-C4A1-FB8A63D2D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A4853A-C22C-F746-D04F-5ED70F1B3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1AAC1-7A66-421C-9203-E76D3ACB6A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02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EE99D-B792-248C-44DE-1D160B88F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rial Black" panose="020B0A04020102020204" pitchFamily="34" charset="0"/>
              </a:rPr>
              <a:t>С Днем Всех Влюбленных</a:t>
            </a:r>
            <a:br>
              <a:rPr lang="ru-RU" dirty="0">
                <a:latin typeface="Arial Black" panose="020B0A04020102020204" pitchFamily="34" charset="0"/>
              </a:rPr>
            </a:br>
            <a:r>
              <a:rPr lang="ru-RU" dirty="0">
                <a:latin typeface="Arial Black" panose="020B0A04020102020204" pitchFamily="34" charset="0"/>
              </a:rPr>
              <a:t> (нас с тобой)!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82808E-9B90-B05E-98A5-45371C90B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5440" y="3835718"/>
            <a:ext cx="9144000" cy="1655762"/>
          </a:xfrm>
        </p:spPr>
        <p:txBody>
          <a:bodyPr/>
          <a:lstStyle/>
          <a:p>
            <a:pPr algn="l"/>
            <a:r>
              <a:rPr lang="ru-RU" b="1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Посвящается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</a:t>
            </a:r>
            <a:r>
              <a:rPr lang="ru-RU" b="1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Матвею Киселеву, 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моему молодому человеку, лучшему другу, моей душе, моей семье, моему дому, моей котейке и </a:t>
            </a:r>
            <a:r>
              <a:rPr lang="ru-RU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заюшке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, которую я очень люблю!</a:t>
            </a:r>
          </a:p>
          <a:p>
            <a:pPr algn="l"/>
            <a:r>
              <a:rPr lang="ru-RU" b="1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Выполнила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: Рощина Арина</a:t>
            </a:r>
          </a:p>
        </p:txBody>
      </p:sp>
    </p:spTree>
    <p:extLst>
      <p:ext uri="{BB962C8B-B14F-4D97-AF65-F5344CB8AC3E}">
        <p14:creationId xmlns:p14="http://schemas.microsoft.com/office/powerpoint/2010/main" val="3145956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37620-181C-2D32-1577-C023CD6FA2D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0B2E6"/>
          </a:solidFill>
        </p:spPr>
        <p:txBody>
          <a:bodyPr>
            <a:normAutofit fontScale="90000"/>
          </a:bodyPr>
          <a:lstStyle/>
          <a:p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На ваш телефон пришло новое сообщение, посмотри, вдруг там что-то важное</a:t>
            </a:r>
            <a:b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</a:b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Сначала нужно перейти по ссылке</a:t>
            </a:r>
            <a:r>
              <a:rPr lang="ru-RU" dirty="0"/>
              <a:t>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211BA7-79F3-95BD-9549-86526A93F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file:///C:/Users/79281/Desktop/kotik.html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131938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B6D69-4088-9F9B-6A00-154EB8C5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Теперь хочу показать свой подарок, моя </a:t>
            </a:r>
            <a:r>
              <a:rPr lang="ru-RU" b="1" dirty="0" err="1"/>
              <a:t>любимка</a:t>
            </a:r>
            <a:r>
              <a:rPr lang="ru-RU" b="1" dirty="0"/>
              <a:t>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35765-48A4-4744-20B0-33504B971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Просматривая все наши фотки ( их много капец) , я осознала, как много мы с тобой прошли и насколько это ценно, иметь столько общих моментов, историй, поездок, шуток, тем для разговоров… 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Ты стал для меня </a:t>
            </a:r>
            <a:r>
              <a:rPr lang="ru-RU" u="sng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частичкой моей души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, моим родным человеком и я не представляю, что бы я делала без тебя. 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Каждый день я просыпаюсь и радуюсь, видя тебя, прижимаюсь к тебе поближе и хочу, чтобы мы лежали так целый день…………</a:t>
            </a:r>
          </a:p>
        </p:txBody>
      </p:sp>
    </p:spTree>
    <p:extLst>
      <p:ext uri="{BB962C8B-B14F-4D97-AF65-F5344CB8AC3E}">
        <p14:creationId xmlns:p14="http://schemas.microsoft.com/office/powerpoint/2010/main" val="219514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1154C-78E9-225C-8CF4-91657DD7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Я немного написала тебе добрых слов и составила коллажи из фоток!</a:t>
            </a:r>
          </a:p>
        </p:txBody>
      </p:sp>
    </p:spTree>
    <p:extLst>
      <p:ext uri="{BB962C8B-B14F-4D97-AF65-F5344CB8AC3E}">
        <p14:creationId xmlns:p14="http://schemas.microsoft.com/office/powerpoint/2010/main" val="288232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01056-15D7-AE25-FB29-BE13AC4C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10 вещей, которые я люблю в тебе: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6A1672-2930-1911-C693-FD1892CE0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280"/>
            <a:ext cx="10515600" cy="45716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1. Твоя забота (записки в </a:t>
            </a:r>
            <a:r>
              <a:rPr lang="ru-RU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блокноте,тетрадке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…)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2. Твое стремление к лучшем и увлеченность (товарка на связи)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3. Твоя улыбка ( и глаза, конечно)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4. Твое доброе сердце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5. Ты милый котейка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6. То, как ты меня терпишь, когда я кринж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7. То,  как ты меня поддерживаешь, когда мне плохо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8. Твои кулинарные способности 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9. Спина</a:t>
            </a:r>
          </a:p>
          <a:p>
            <a:pPr marL="0" indent="0">
              <a:buNone/>
            </a:pP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10. Если честно, то все (ты только что </a:t>
            </a:r>
            <a:r>
              <a:rPr lang="ru-RU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надудонил</a:t>
            </a:r>
            <a:r>
              <a:rPr lang="ru-RU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и это я тоже люблю)</a:t>
            </a:r>
          </a:p>
        </p:txBody>
      </p:sp>
    </p:spTree>
    <p:extLst>
      <p:ext uri="{BB962C8B-B14F-4D97-AF65-F5344CB8AC3E}">
        <p14:creationId xmlns:p14="http://schemas.microsoft.com/office/powerpoint/2010/main" val="328559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610D747-8A7A-F05B-C1A2-A3E2C1C6CE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9585" y="0"/>
            <a:ext cx="3901350" cy="6935735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E364257A-A072-1314-1402-9D398FF952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50935" y="-38868"/>
            <a:ext cx="4090129" cy="72713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1D44E2-6803-08F7-AB4D-F6D4BF516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870" y="-38868"/>
            <a:ext cx="4090130" cy="727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9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2CEA9A54-353D-FD40-0B1F-88431D4137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B55482A-EDB1-E79C-1D1F-B0F0033275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120" y="-308038"/>
            <a:ext cx="4096067" cy="72818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57DDA26-13C3-1E23-76E8-6B93CAA8A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BCC3397-0EE2-32EC-BD87-05767A4CA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32" y="-533815"/>
            <a:ext cx="4223068" cy="75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6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9C7CE0-347F-E9E4-C925-0C29479741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5" y="56752"/>
            <a:ext cx="3793777" cy="6744495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698ED58-DA5F-D1E0-7203-51AA4B94D0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8060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TM03457510[[fn=Савон]]</Template>
  <TotalTime>75</TotalTime>
  <Words>288</Words>
  <Application>Microsoft Office PowerPoint</Application>
  <PresentationFormat>Широкоэкранный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Microsoft JhengHei UI Light</vt:lpstr>
      <vt:lpstr>Arial</vt:lpstr>
      <vt:lpstr>Arial Black</vt:lpstr>
      <vt:lpstr>Calibri</vt:lpstr>
      <vt:lpstr>Calibri Light</vt:lpstr>
      <vt:lpstr>Тема Office</vt:lpstr>
      <vt:lpstr>С Днем Всех Влюбленных  (нас с тобой)!</vt:lpstr>
      <vt:lpstr>На ваш телефон пришло новое сообщение, посмотри, вдруг там что-то важное Сначала нужно перейти по ссылке!</vt:lpstr>
      <vt:lpstr>Теперь хочу показать свой подарок, моя любимка!</vt:lpstr>
      <vt:lpstr>Я немного написала тебе добрых слов и составила коллажи из фоток!</vt:lpstr>
      <vt:lpstr>10 вещей, которые я люблю в тебе:</vt:lpstr>
      <vt:lpstr>Презентация PowerPoint</vt:lpstr>
      <vt:lpstr>Презентация PowerPoint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Рощина</dc:creator>
  <cp:lastModifiedBy>Арина Рощина</cp:lastModifiedBy>
  <cp:revision>2</cp:revision>
  <dcterms:created xsi:type="dcterms:W3CDTF">2026-02-13T22:00:11Z</dcterms:created>
  <dcterms:modified xsi:type="dcterms:W3CDTF">2026-02-13T23:17:52Z</dcterms:modified>
</cp:coreProperties>
</file>